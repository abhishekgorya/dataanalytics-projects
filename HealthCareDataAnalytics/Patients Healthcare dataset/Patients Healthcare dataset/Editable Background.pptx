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75C"/>
    <a:srgbClr val="C2E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1" autoAdjust="0"/>
    <p:restoredTop sz="94660"/>
  </p:normalViewPr>
  <p:slideViewPr>
    <p:cSldViewPr snapToGrid="0">
      <p:cViewPr>
        <p:scale>
          <a:sx n="60" d="100"/>
          <a:sy n="60" d="100"/>
        </p:scale>
        <p:origin x="19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xmlns="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Diagonal Corners Rounded 6">
            <a:extLst>
              <a:ext uri="{FF2B5EF4-FFF2-40B4-BE49-F238E27FC236}">
                <a16:creationId xmlns:a16="http://schemas.microsoft.com/office/drawing/2014/main" xmlns="" id="{76D73B5C-4F62-4B21-99FC-EA36E59ADA0E}"/>
              </a:ext>
            </a:extLst>
          </p:cNvPr>
          <p:cNvSpPr/>
          <p:nvPr/>
        </p:nvSpPr>
        <p:spPr>
          <a:xfrm>
            <a:off x="8208645" y="24290"/>
            <a:ext cx="4128822" cy="591444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3B30082-0889-4E37-B68B-23B3CDF18ED5}"/>
              </a:ext>
            </a:extLst>
          </p:cNvPr>
          <p:cNvSpPr/>
          <p:nvPr/>
        </p:nvSpPr>
        <p:spPr>
          <a:xfrm>
            <a:off x="2413506" y="17070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" y="35931"/>
            <a:ext cx="12209454" cy="6848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-29511" y="228601"/>
            <a:ext cx="3482788" cy="1859280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 Diagonal Corner Rectangle 6"/>
          <p:cNvSpPr/>
          <p:nvPr/>
        </p:nvSpPr>
        <p:spPr>
          <a:xfrm>
            <a:off x="3482788" y="762000"/>
            <a:ext cx="1394012" cy="1325881"/>
          </a:xfrm>
          <a:prstGeom prst="round2DiagRect">
            <a:avLst/>
          </a:prstGeom>
          <a:solidFill>
            <a:schemeClr val="accent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 Diagonal Corner Rectangle 7"/>
          <p:cNvSpPr/>
          <p:nvPr/>
        </p:nvSpPr>
        <p:spPr>
          <a:xfrm>
            <a:off x="5277851" y="761999"/>
            <a:ext cx="1394012" cy="1325881"/>
          </a:xfrm>
          <a:prstGeom prst="round2DiagRect">
            <a:avLst/>
          </a:prstGeom>
          <a:solidFill>
            <a:schemeClr val="accent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 Diagonal Corner Rectangle 8"/>
          <p:cNvSpPr/>
          <p:nvPr/>
        </p:nvSpPr>
        <p:spPr>
          <a:xfrm>
            <a:off x="7225315" y="762000"/>
            <a:ext cx="1394012" cy="1325880"/>
          </a:xfrm>
          <a:prstGeom prst="round2DiagRect">
            <a:avLst/>
          </a:prstGeom>
          <a:solidFill>
            <a:schemeClr val="accent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 Diagonal Corner Rectangle 9"/>
          <p:cNvSpPr/>
          <p:nvPr/>
        </p:nvSpPr>
        <p:spPr>
          <a:xfrm>
            <a:off x="8877748" y="228601"/>
            <a:ext cx="3331706" cy="1325881"/>
          </a:xfrm>
          <a:prstGeom prst="round2DiagRect">
            <a:avLst/>
          </a:prstGeom>
          <a:solidFill>
            <a:schemeClr val="accent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8359588" y="1773291"/>
            <a:ext cx="3849866" cy="2570109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0" y="2363286"/>
            <a:ext cx="4876800" cy="2284914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4906311" y="2484119"/>
            <a:ext cx="3453277" cy="1873977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6671863" y="4343399"/>
            <a:ext cx="5567102" cy="2489023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-182880" y="4923605"/>
            <a:ext cx="4876800" cy="2040527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61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6840" y="1325880"/>
            <a:ext cx="457200" cy="44100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57150" y="545068"/>
            <a:ext cx="3493770" cy="1895952"/>
          </a:xfrm>
          <a:prstGeom prst="roundRect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 Diagonal Corner Rectangle 4"/>
          <p:cNvSpPr/>
          <p:nvPr/>
        </p:nvSpPr>
        <p:spPr>
          <a:xfrm>
            <a:off x="3707130" y="545068"/>
            <a:ext cx="1169670" cy="1895952"/>
          </a:xfrm>
          <a:prstGeom prst="round2DiagRect">
            <a:avLst/>
          </a:prstGeom>
          <a:solidFill>
            <a:schemeClr val="bg1">
              <a:lumMod val="7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 Diagonal Corner Rectangle 5"/>
          <p:cNvSpPr/>
          <p:nvPr/>
        </p:nvSpPr>
        <p:spPr>
          <a:xfrm>
            <a:off x="6351270" y="545068"/>
            <a:ext cx="1255395" cy="1895952"/>
          </a:xfrm>
          <a:prstGeom prst="round2Diag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 Diagonal Corner Rectangle 6"/>
          <p:cNvSpPr/>
          <p:nvPr/>
        </p:nvSpPr>
        <p:spPr>
          <a:xfrm>
            <a:off x="5033010" y="545068"/>
            <a:ext cx="1162050" cy="1895952"/>
          </a:xfrm>
          <a:prstGeom prst="round2Diag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7150" y="2667000"/>
            <a:ext cx="4975860" cy="1920240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57150" y="4691921"/>
            <a:ext cx="4667250" cy="2041539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 Diagonal Corner Rectangle 10"/>
          <p:cNvSpPr/>
          <p:nvPr/>
        </p:nvSpPr>
        <p:spPr>
          <a:xfrm>
            <a:off x="7833360" y="545068"/>
            <a:ext cx="4221480" cy="812845"/>
          </a:xfrm>
          <a:prstGeom prst="round2DiagRect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 flipH="1">
            <a:off x="9826942" y="-1990248"/>
            <a:ext cx="798195" cy="1673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04887" y="-3158384"/>
            <a:ext cx="5808345" cy="2435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-613410" y="-3860734"/>
            <a:ext cx="4975860" cy="19202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344191" y="-2581451"/>
            <a:ext cx="3097530" cy="14451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1069954" y="-2249328"/>
            <a:ext cx="1173480" cy="51816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6541158" y="-1858861"/>
            <a:ext cx="2333626" cy="1447800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431404" y="-2426732"/>
            <a:ext cx="777241" cy="19202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73B30082-0889-4E37-B68B-23B3CDF18ED5}"/>
              </a:ext>
            </a:extLst>
          </p:cNvPr>
          <p:cNvSpPr/>
          <p:nvPr/>
        </p:nvSpPr>
        <p:spPr>
          <a:xfrm>
            <a:off x="4493581" y="-2285872"/>
            <a:ext cx="1701479" cy="145481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57150" y="658058"/>
            <a:ext cx="3400424" cy="16736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2" name="Round Diagonal Corner Rectangle 21"/>
          <p:cNvSpPr/>
          <p:nvPr/>
        </p:nvSpPr>
        <p:spPr>
          <a:xfrm>
            <a:off x="4858578" y="4669284"/>
            <a:ext cx="1336481" cy="2086812"/>
          </a:xfrm>
          <a:prstGeom prst="round2DiagRect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ounded Rectangle 22"/>
          <p:cNvSpPr/>
          <p:nvPr/>
        </p:nvSpPr>
        <p:spPr>
          <a:xfrm>
            <a:off x="5181600" y="2653248"/>
            <a:ext cx="2425065" cy="1447800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23"/>
          <p:cNvSpPr/>
          <p:nvPr/>
        </p:nvSpPr>
        <p:spPr>
          <a:xfrm>
            <a:off x="4830702" y="-1709739"/>
            <a:ext cx="857251" cy="1920240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6329237" y="4193620"/>
            <a:ext cx="5914197" cy="2539840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7729537" y="1453344"/>
            <a:ext cx="4325303" cy="2618356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2899573" y="-2408344"/>
            <a:ext cx="914400" cy="914400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3963085" y="630088"/>
            <a:ext cx="679607" cy="684220"/>
          </a:xfrm>
          <a:prstGeom prst="ellipse">
            <a:avLst/>
          </a:prstGeom>
          <a:solidFill>
            <a:srgbClr val="02575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6670623" y="604292"/>
            <a:ext cx="760781" cy="710016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5281609" y="604292"/>
            <a:ext cx="734380" cy="735812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/>
          <p:cNvSpPr/>
          <p:nvPr/>
        </p:nvSpPr>
        <p:spPr>
          <a:xfrm>
            <a:off x="4897420" y="5116910"/>
            <a:ext cx="527443" cy="479582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/>
          <p:cNvSpPr/>
          <p:nvPr/>
        </p:nvSpPr>
        <p:spPr>
          <a:xfrm rot="308975">
            <a:off x="4917879" y="5660217"/>
            <a:ext cx="527443" cy="4795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/>
          <p:cNvSpPr/>
          <p:nvPr/>
        </p:nvSpPr>
        <p:spPr>
          <a:xfrm>
            <a:off x="4938336" y="6210084"/>
            <a:ext cx="527443" cy="479582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5212185" y="4118055"/>
            <a:ext cx="1024765" cy="500080"/>
          </a:xfrm>
          <a:prstGeom prst="round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10401" y="765781"/>
            <a:ext cx="476795" cy="47679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003" y="6221425"/>
            <a:ext cx="357604" cy="4569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561" y="681953"/>
            <a:ext cx="606398" cy="606398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235" y="38644"/>
            <a:ext cx="830469" cy="93355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336" y="5679291"/>
            <a:ext cx="449465" cy="44946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336" y="5152881"/>
            <a:ext cx="407639" cy="40763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731" y="635031"/>
            <a:ext cx="599668" cy="599668"/>
          </a:xfrm>
          <a:prstGeom prst="rect">
            <a:avLst/>
          </a:prstGeom>
          <a:effectLst>
            <a:glow rad="127000">
              <a:schemeClr val="bg1">
                <a:alpha val="76000"/>
              </a:schemeClr>
            </a:glow>
          </a:effectLst>
        </p:spPr>
      </p:pic>
      <p:sp>
        <p:nvSpPr>
          <p:cNvPr id="43" name="Rectangle: Diagonal Corners Rounded 6">
            <a:extLst>
              <a:ext uri="{FF2B5EF4-FFF2-40B4-BE49-F238E27FC236}">
                <a16:creationId xmlns:a16="http://schemas.microsoft.com/office/drawing/2014/main" xmlns="" id="{76D73B5C-4F62-4B21-99FC-EA36E59ADA0E}"/>
              </a:ext>
            </a:extLst>
          </p:cNvPr>
          <p:cNvSpPr/>
          <p:nvPr/>
        </p:nvSpPr>
        <p:spPr>
          <a:xfrm>
            <a:off x="8324193" y="38644"/>
            <a:ext cx="3730647" cy="410993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/>
          <p:cNvSpPr/>
          <p:nvPr/>
        </p:nvSpPr>
        <p:spPr>
          <a:xfrm>
            <a:off x="3707130" y="545068"/>
            <a:ext cx="1169670" cy="1895952"/>
          </a:xfrm>
          <a:prstGeom prst="round2Diag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 Diagonal Corner Rectangle 2"/>
          <p:cNvSpPr/>
          <p:nvPr/>
        </p:nvSpPr>
        <p:spPr>
          <a:xfrm>
            <a:off x="6444615" y="545068"/>
            <a:ext cx="1162050" cy="1895952"/>
          </a:xfrm>
          <a:prstGeom prst="round2Diag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Diagonal Corner Rectangle 3"/>
          <p:cNvSpPr/>
          <p:nvPr/>
        </p:nvSpPr>
        <p:spPr>
          <a:xfrm>
            <a:off x="5033010" y="545068"/>
            <a:ext cx="1162050" cy="1895952"/>
          </a:xfrm>
          <a:prstGeom prst="round2Diag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 Diagonal Corner Rectangle 4"/>
          <p:cNvSpPr/>
          <p:nvPr/>
        </p:nvSpPr>
        <p:spPr>
          <a:xfrm>
            <a:off x="7833360" y="545068"/>
            <a:ext cx="4221480" cy="658892"/>
          </a:xfrm>
          <a:prstGeom prst="round2DiagRect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195060" y="4297680"/>
            <a:ext cx="5808345" cy="2435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233034" y="2623900"/>
            <a:ext cx="2333626" cy="1447800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 Diagonal Corner Rectangle 7"/>
          <p:cNvSpPr/>
          <p:nvPr/>
        </p:nvSpPr>
        <p:spPr>
          <a:xfrm>
            <a:off x="4876800" y="4813220"/>
            <a:ext cx="1173480" cy="1920240"/>
          </a:xfrm>
          <a:prstGeom prst="round2DiagRect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181600" y="2667000"/>
            <a:ext cx="2425065" cy="1447800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5193029" y="2667000"/>
            <a:ext cx="857251" cy="1920240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Microsoft account</cp:lastModifiedBy>
  <cp:revision>20</cp:revision>
  <dcterms:created xsi:type="dcterms:W3CDTF">2023-12-06T06:56:06Z</dcterms:created>
  <dcterms:modified xsi:type="dcterms:W3CDTF">2025-03-05T18:24:45Z</dcterms:modified>
</cp:coreProperties>
</file>